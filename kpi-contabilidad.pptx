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— completar el período antes de compartir.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de los 5 KPIs del Área Contable.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1: % Declaraciones a Tiempo
Pregunta: ¿Cuántos clientes quedaron declarados ante el SAT dentro del plazo legal — día 17 del mes siguiente?
Por qué importa: Si falla, hay multas, recargos y declaraciones complementarias que se cobran a Tally o al cliente. Es el resultado final que todo lo demás alimenta.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2: % Accesos Completos a Tiempo
Pregunta: ¿Cuántos clientes tenían los accesos de Seller Central completos — Retenciones + Ventas + Inventario — a tiempo para poder declarar?
Por qué importa: Sin accesos no hay declaración posible. Aquí es donde realmente se pierde el mes. Es el cuello de botella más temprano del ciclo contable.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3: Días de Ciclo de Recolección
Pregunta: ¿Cuántos días pasan desde que se solicita el acceso o documento hasta que queda completo y listo para declarar?
Por qué importa: Un ciclo largo empuja todo contra el deadline y fuerza declaraciones en ceros. Mide la eficiencia del proceso de recolección de documentos.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4: Top 10 Clientes por Ventas
Pregunta: ¿Cuáles son los clientes con mayores ventas en el período y cuál es su situación de importación (IOR/T1)?
Por qué importa: Permite a Growth identificar clientes con ventas altas que aún no tienen proceso activo de IOR, para priorizar su habilitación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5: Clientes con Caída de Ventas &gt;50%
Pregunta: ¿Cuántos clientes redujeron sus ventas más del 50% con relación al mes anterior?
Por qué importa: Es el punto de partida para profundizar con el cliente u otra área y determinar las razones, para establecer estrategias conjuntas de recuperación.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62260"/>
          </a:solidFill>
          <a:ln w="12700">
            <a:solidFill>
              <a:srgbClr val="162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0"/>
            <a:ext cx="2651760" cy="21945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2940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62940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91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Contable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21792"/>
            <a:ext cx="118872" cy="118872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621792"/>
            <a:ext cx="118872" cy="118872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621792"/>
            <a:ext cx="118872" cy="118872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0584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Contable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de Desempeño · Operación y Resultados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347472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375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 ________________________________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· Área de Contabilidad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 — 5 KPIs del Área Contable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5039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50392"/>
            <a:ext cx="26060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33272"/>
            <a:ext cx="475488" cy="475488"/>
          </a:xfrm>
          <a:prstGeom prst="ellipse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61801"/>
            <a:ext cx="4754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25296" y="10515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Declaraciones a Tiempo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65506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no-negociable del área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196596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quedaron declarados ante el SAT dentro del plazo legal — día 17 del mes sig…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85039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850392"/>
            <a:ext cx="26060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033272"/>
            <a:ext cx="475488" cy="475488"/>
          </a:xfrm>
          <a:prstGeom prst="ellipse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061801"/>
            <a:ext cx="4754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32504" y="10515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Accesos Completos a Tiempo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65506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palanca temprana del KPI 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196596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tenían los accesos de Seller Central completos — Retenciones + Ventas + Inv…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71616" y="85039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850392"/>
            <a:ext cx="26060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033272"/>
            <a:ext cx="475488" cy="475488"/>
          </a:xfrm>
          <a:prstGeom prst="ellipse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061801"/>
            <a:ext cx="4754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39712" y="10515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Ciclo de Recolección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165506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del cuello de botella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196596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días pasan desde que se solicita el acceso o documento hasta que queda completo y li…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3977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788920"/>
            <a:ext cx="39776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2971800"/>
            <a:ext cx="502920" cy="502920"/>
          </a:xfrm>
          <a:prstGeom prst="ellipse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001975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1261872" y="300837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Clientes por Ventas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" y="361188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para Growth — IOR / T1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" y="397764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clientes con mayores ventas en el período y cuál es su situación de importación (IOR/T1)?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788920"/>
            <a:ext cx="3977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788920"/>
            <a:ext cx="39776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3752" y="2971800"/>
            <a:ext cx="502920" cy="502920"/>
          </a:xfrm>
          <a:prstGeom prst="ellipse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3001975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5513832" y="300837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Caída de Ventas &gt;50%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73752" y="361188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alerta temprana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73752" y="397764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redujeron sus ventas más del 50% con relación al mes anterior?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55448"/>
            <a:ext cx="493776" cy="49377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5075"/>
            <a:ext cx="493776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Declaraciones a Tiempo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no-negociable del área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96112"/>
            <a:ext cx="3977640" cy="4069080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96112"/>
            <a:ext cx="39776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94767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89204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 declarados a tiempo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3840480"/>
            <a:ext cx="2880360" cy="27432"/>
          </a:xfrm>
          <a:prstGeom prst="rect">
            <a:avLst/>
          </a:prstGeom>
          <a:solidFill>
            <a:srgbClr val="162260"/>
          </a:solidFill>
          <a:ln w="12700">
            <a:solidFill>
              <a:srgbClr val="162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931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/ __ clientes  ·  período 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2435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quedaron declarados ante el SAT dentro del plazo legal — día 17 del mes siguiente?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322576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597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715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falla, hay multas, recargos y declaraciones complementarias que se cobran a Tally o al cliente. Es el resultado final que todo lo demás alimenta.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55448"/>
            <a:ext cx="493776" cy="49377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5075"/>
            <a:ext cx="493776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Accesos Completos a Tiempo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palanca temprana del KPI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96112"/>
            <a:ext cx="3977640" cy="4069080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96112"/>
            <a:ext cx="39776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94767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89204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 con accesos completos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3840480"/>
            <a:ext cx="2880360" cy="27432"/>
          </a:xfrm>
          <a:prstGeom prst="rect">
            <a:avLst/>
          </a:prstGeom>
          <a:solidFill>
            <a:srgbClr val="162260"/>
          </a:solidFill>
          <a:ln w="12700">
            <a:solidFill>
              <a:srgbClr val="162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931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/ __ clientes  ·  antes del día 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2435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tenían los accesos de Seller Central completos — Retenciones + Ventas + Inventario — a tiempo para poder declarar?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322576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597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715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accesos no hay declaración posible. Aquí es donde realmente se pierde el mes. Es el cuello de botella más temprano del ciclo contable.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55448"/>
            <a:ext cx="493776" cy="49377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5075"/>
            <a:ext cx="493776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Ciclo de Recolección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del cuello de botella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96112"/>
            <a:ext cx="3977640" cy="4069080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96112"/>
            <a:ext cx="39776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94767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89204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promedio de ciclo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3840480"/>
            <a:ext cx="2880360" cy="27432"/>
          </a:xfrm>
          <a:prstGeom prst="rect">
            <a:avLst/>
          </a:prstGeom>
          <a:solidFill>
            <a:srgbClr val="162260"/>
          </a:solidFill>
          <a:ln w="12700">
            <a:solidFill>
              <a:srgbClr val="162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931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solicitud hasta completado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2435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días pasan desde que se solicita el acceso o documento hasta que queda completo y listo para declarar?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322576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597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715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ciclo largo empuja todo contra el deadline y fuerza declaraciones en ceros. Mide la eficiencia del proceso de recolección de documentos.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55448"/>
            <a:ext cx="493776" cy="49377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5075"/>
            <a:ext cx="493776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Clientes por Ventas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para Growth — IOR / T1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96112"/>
            <a:ext cx="3977640" cy="4069080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96112"/>
            <a:ext cx="39776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94767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89204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mayor volumen de venta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3840480"/>
            <a:ext cx="2880360" cy="27432"/>
          </a:xfrm>
          <a:prstGeom prst="rect">
            <a:avLst/>
          </a:prstGeom>
          <a:solidFill>
            <a:srgbClr val="162260"/>
          </a:solidFill>
          <a:ln w="12700">
            <a:solidFill>
              <a:srgbClr val="162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931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ordenados por venta del período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2435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clientes con mayores ventas en el período y cuál es su situación de importación (IOR/T1)?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322576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597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715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Growth identificar clientes con ventas altas que aún no tienen proceso activo de IOR, para priorizar su habilitación comercial.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55448"/>
            <a:ext cx="493776" cy="49377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5075"/>
            <a:ext cx="493776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Caída de Ventas &gt;50%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alerta temprana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96112"/>
            <a:ext cx="3977640" cy="4069080"/>
          </a:xfrm>
          <a:prstGeom prst="rect">
            <a:avLst/>
          </a:prstGeom>
          <a:solidFill>
            <a:srgbClr val="0D1A4B"/>
          </a:solidFill>
          <a:ln w="12700">
            <a:solidFill>
              <a:srgbClr val="0D1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96112"/>
            <a:ext cx="39776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94767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89204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caída severa de ventas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3840480"/>
            <a:ext cx="2880360" cy="27432"/>
          </a:xfrm>
          <a:prstGeom prst="rect">
            <a:avLst/>
          </a:prstGeom>
          <a:solidFill>
            <a:srgbClr val="162260"/>
          </a:solidFill>
          <a:ln w="12700">
            <a:solidFill>
              <a:srgbClr val="162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931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&gt;50% vs mes anterior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2435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redujeron sus ventas más del 50% con relación al mes anterior?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322576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597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715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punto de partida para profundizar con el cliente u otra área y determinar las razones, para establecer estrategias conjuntas de recuperación.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2026-07-14T21:24:17Z</dcterms:created>
  <dcterms:modified xsi:type="dcterms:W3CDTF">2026-07-14T21:24:17Z</dcterms:modified>
</cp:coreProperties>
</file>